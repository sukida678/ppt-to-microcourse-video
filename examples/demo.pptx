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/>
              <a:t>微课示例：什么是 PLC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可编程逻辑控制器</a:t>
            </a:r>
          </a:p>
          <a:p>
            <a:r>
              <a:rPr sz="2400"/>
              <a:t>Programmable Logic Controller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/>
              <a:t>PLC 的三大组成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1. 输入单元</a:t>
            </a:r>
          </a:p>
          <a:p>
            <a:r>
              <a:rPr sz="2400"/>
              <a:t>2. CPU 运算单元</a:t>
            </a:r>
          </a:p>
          <a:p>
            <a:r>
              <a:rPr sz="2400"/>
              <a:t>3. 输出单元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/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PLC = 工业现场的大脑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